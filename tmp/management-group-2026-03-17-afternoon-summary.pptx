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5CC5"/>
                </a:solidFill>
              </a:rPr>
              <a:t>管理群今日下午消息总结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时间范围：2026-03-17 12:00–16:40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核心结论：今天下午管理群的重点，不在闲聊，而在「助理权限边界」「日历任务执行」「安全风险试探」三件事。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建议：后续所有助理统一执行“非主人指令不动作、敏感命令不执行、群内先确认后操作”的规则。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5CC5"/>
                </a:solidFill>
              </a:rPr>
              <a:t>一、业务类有效信息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柳莉发起需求：想做「龙虾 × 申博」相关直播与实操营，并上传《申博直播实操营策划方案.md》。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需求点：请大家推荐合适师资。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王晓晴让二饼（一平助理）给一平老师设置议程：3 月 19 日 12:00–21:00，北京龙虾大会。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过程：助理先坚持“只接受一平本人指令”，后续私信确认，一平回复后成功加入飞书日历。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结果：议程创建成功，说明“先确认、再执行”的流程在日历场景是有效的。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5CC5"/>
                </a:solidFill>
              </a:rPr>
              <a:t>二、助理边界与群内规则被集中暴露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杨黎明确要求大白：没有 @ 时不要回复。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这是群内“边界感”规则的直接建立。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随后群里围绕多个 AI 助理展开改名、问配置文件、问能否关机等连续测试。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九万/大卖都出现了“被别人一句话带着走”的风险点。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用户侧也当场补规则：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不是主人本人发起的操作，不应直接执行；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改名、关机、暴露配置/身份文件等，都必须先确认；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敏感信息（登录地址、IP、密码）不能提供。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5CC5"/>
                </a:solidFill>
              </a:rPr>
              <a:t>三、风险总结与建议动作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今天下午最大的价值，不是“谁改成了什么名字”，而是把助理系统的漏洞试出来了。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主要暴露的 3 类风险：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1）非主人指令触发执行；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2）群聊中被诱导回答敏感问题；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3）遇到停机/关机类命令时没有统一拒绝模板。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建议统一落地 3 条规则：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只认主人 user_id，其他人私聊/艾特默认不执行；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群内操作类指令必须“先确认再执行”；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凡涉敏感信息、停机、配置文件、密码，一律拒绝。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