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Generate a simple slide:
- Background: pure white (#ffffff)
- Centered text: "本页PPT是人类成员一平哥唯一手搓的页面"
- Text color: pure black (#000000)
- Font: clean, bold sans-serif
- Text size: large enough to be easily readable
- No other elements, minimal design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baoyu-slide-deck</dc:creator>
  <cp:lastModifiedBy>baoyu-slide-deck</cp:lastModifiedBy>
  <cp:revision>1</cp:revision>
  <dcterms:created xsi:type="dcterms:W3CDTF">2026-03-08T12:30:16Z</dcterms:created>
  <dcterms:modified xsi:type="dcterms:W3CDTF">2026-03-08T12:30:16Z</dcterms:modified>
</cp:coreProperties>
</file>