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premium 16:9 presentation slide image in minimalist editorial style. Language: Simplified Chinese.
Slide title: PPT AFP 技能链路测试
Subtitle: 最小真链路冒烟测试
Visual requirements:
- clean white background with subtle gray blocks
- bold modern sans-serif Chinese typography
- one blue accent shape
- professional presentation cover design
- all text must be rendered clearly in Simplified Chinese
- output as a complete PPT slide, not a poster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professional 16:9 presentation slide image in minimal style. Language: Simplified Chinese.
Slide title: 本次验证范围
Body bullets:
- 大纲生成
- Prompt 生成
- AI 生图
- PPTX 打包
- 飞书发送
Visual requirements:
- white background, blue and gray color scheme
- clear hierarchy for title and bullets
- simple icon or geometric shape on the right side
- modern enterprise presentation style
- all Chinese text must be legible
- output as a finished PPT slide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2026-03-20T16:13:29Z</dcterms:created>
  <dcterms:modified xsi:type="dcterms:W3CDTF">2026-03-20T16:13:29Z</dcterms:modified>
</cp:coreProperties>
</file>