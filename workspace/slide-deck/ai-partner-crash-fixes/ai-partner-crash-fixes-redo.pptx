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苏神和虾王：那些一起翻过的车，最后都怎么修好了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苏神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苏神和虾王：那些一起翻过的车，最后都怎么修好了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真实人机协作 · 踩坑复盘 · 方法论输出 · 案例驱动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这不是一场炫技直播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不是空讲概念</a:t>
            </a:r>
          </a:p>
          <a:p>
            <a:pPr lvl="0"/>
            <a:r>
              <a:rPr/>
              <a:t>不是单纯展示 AI 有多厉害</a:t>
            </a:r>
          </a:p>
          <a:p>
            <a:pPr lvl="0"/>
            <a:r>
              <a:rPr/>
              <a:t>而是把真实协作里翻过的车、修过的问题，一层层拆开给大家看</a:t>
            </a:r>
          </a:p>
          <a:p>
            <a:pPr lvl="0"/>
            <a:r>
              <a:rPr/>
              <a:t>重点不是“AI 会不会犯错”</a:t>
            </a:r>
          </a:p>
          <a:p>
            <a:pPr lvl="0"/>
            <a:r>
              <a:rPr/>
              <a:t>而是“它犯错以后，能不能被修成经验”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助手为什么会翻车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指令层：有没有把事情说清楚</a:t>
            </a:r>
          </a:p>
          <a:p>
            <a:pPr lvl="0"/>
            <a:r>
              <a:rPr/>
              <a:t>记忆层：有没有把偏好和规则沉淀下来</a:t>
            </a:r>
          </a:p>
          <a:p>
            <a:pPr lvl="0"/>
            <a:r>
              <a:rPr/>
              <a:t>规则层：有没有建立边界和白名单</a:t>
            </a:r>
          </a:p>
          <a:p>
            <a:pPr lvl="0"/>
            <a:r>
              <a:rPr/>
              <a:t>工具层：脑子里知道，手上有没有真正打通</a:t>
            </a:r>
          </a:p>
          <a:p>
            <a:pPr lvl="0"/>
            <a:r>
              <a:rPr/>
              <a:t>反馈层：错误有没有进入纠错闭环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案例一：发消息身份搞错了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需求本身很简单：去群里艾特某个人，说一句话</a:t>
            </a:r>
          </a:p>
          <a:p>
            <a:pPr lvl="0"/>
            <a:r>
              <a:rPr/>
              <a:t>实际问题：默认走了用户身份，不是机器人身份</a:t>
            </a:r>
          </a:p>
          <a:p>
            <a:pPr lvl="0"/>
            <a:r>
              <a:rPr/>
              <a:t>机器人发，代表自动化行为</a:t>
            </a:r>
          </a:p>
          <a:p>
            <a:pPr lvl="0"/>
            <a:r>
              <a:rPr/>
              <a:t>用户身份发，代表你本人公开表态</a:t>
            </a:r>
          </a:p>
          <a:p>
            <a:pPr lvl="0"/>
            <a:r>
              <a:rPr/>
              <a:t>修复：机器人身份优先 + 写入记忆 + 形成纠错纪律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案例二：群聊规则没收住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在特定群里，只允许两种情况回应：</a:t>
            </a:r>
          </a:p>
          <a:p>
            <a:pPr lvl="1"/>
            <a:r>
              <a:rPr/>
              <a:t>被艾特</a:t>
            </a:r>
          </a:p>
          <a:p>
            <a:pPr lvl="1"/>
            <a:r>
              <a:rPr/>
              <a:t>消息里出现“虾王”关键词</a:t>
            </a:r>
          </a:p>
          <a:p>
            <a:pPr lvl="0"/>
            <a:r>
              <a:rPr/>
              <a:t>这不是临时理解，而是群级行为白名单</a:t>
            </a:r>
          </a:p>
          <a:p>
            <a:pPr lvl="0"/>
            <a:r>
              <a:rPr/>
              <a:t>真正高级的助手，不是会说，而是知道什么时候闭嘴</a:t>
            </a:r>
          </a:p>
          <a:p>
            <a:pPr lvl="0"/>
            <a:r>
              <a:rPr/>
              <a:t>关键修复：把规则写进长期记忆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案例三：心跳任务只做了半套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只做健康检查，就误以为“心跳”已经完成</a:t>
            </a:r>
          </a:p>
          <a:p>
            <a:pPr lvl="0"/>
            <a:r>
              <a:rPr/>
              <a:t>漏掉自拍生成与主动发送</a:t>
            </a:r>
          </a:p>
          <a:p>
            <a:pPr lvl="0"/>
            <a:r>
              <a:rPr/>
              <a:t>这是一种典型的“假完成”</a:t>
            </a:r>
          </a:p>
          <a:p>
            <a:pPr lvl="0"/>
            <a:r>
              <a:rPr/>
              <a:t>AI 最怕的，不是任务难，而是没有完成标准</a:t>
            </a:r>
          </a:p>
          <a:p>
            <a:pPr lvl="0"/>
            <a:r>
              <a:rPr/>
              <a:t>修复关键：把动作指令升级成验收标准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案例四：飞书语音发不出去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第一次：生成了音频，但不是飞书语音条</a:t>
            </a:r>
          </a:p>
          <a:p>
            <a:pPr lvl="0"/>
            <a:r>
              <a:rPr/>
              <a:t>第二次：上传/发送协议不对，报错失败</a:t>
            </a:r>
          </a:p>
          <a:p>
            <a:pPr lvl="0"/>
            <a:r>
              <a:rPr/>
              <a:t>真正链路：text → 生成 opus → 上传 opus → 发送 audio</a:t>
            </a:r>
          </a:p>
          <a:p>
            <a:pPr lvl="0"/>
            <a:r>
              <a:rPr/>
              <a:t>很多问题不是产品不支持，而是协议没走对</a:t>
            </a:r>
          </a:p>
          <a:p>
            <a:pPr lvl="0"/>
            <a:r>
              <a:rPr/>
              <a:t>最终修复：把正确流程固化成脚本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案例五：基线校验误报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表面现象：</a:t>
            </a:r>
            <a:r>
              <a:rPr>
                <a:latin typeface="Courier"/>
              </a:rPr>
              <a:t>openclaw.json: FAILED</a:t>
            </a:r>
          </a:p>
          <a:p>
            <a:pPr lvl="0"/>
            <a:r>
              <a:rPr/>
              <a:t>真实原因：基线文件记录的是相对路径</a:t>
            </a:r>
          </a:p>
          <a:p>
            <a:pPr lvl="0"/>
            <a:r>
              <a:rPr/>
              <a:t>执行目录一变，就会误报</a:t>
            </a:r>
          </a:p>
          <a:p>
            <a:pPr lvl="0"/>
            <a:r>
              <a:rPr/>
              <a:t>不是所有红色报错，都等于真实故障</a:t>
            </a:r>
          </a:p>
          <a:p>
            <a:pPr lvl="0"/>
            <a:r>
              <a:rPr/>
              <a:t>修复：改绝对路径 + 同步更新巡检说明 + 重新校验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案例六：记忆改了，系统配置没改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记忆里写的是：4 小时一次</a:t>
            </a:r>
          </a:p>
          <a:p>
            <a:pPr lvl="0"/>
            <a:r>
              <a:rPr/>
              <a:t>配置里还是：</a:t>
            </a:r>
            <a:r>
              <a:rPr>
                <a:latin typeface="Courier"/>
              </a:rPr>
              <a:t>heartbeat.every = 30m</a:t>
            </a:r>
          </a:p>
          <a:p>
            <a:pPr lvl="0"/>
            <a:r>
              <a:rPr/>
              <a:t>系统出现了“双重真相”</a:t>
            </a:r>
          </a:p>
          <a:p>
            <a:pPr lvl="0"/>
            <a:r>
              <a:rPr/>
              <a:t>你以为已经修好了，实际上只是“口径修好了”</a:t>
            </a:r>
          </a:p>
          <a:p>
            <a:pPr lvl="0"/>
            <a:r>
              <a:rPr/>
              <a:t>真正修复：口头规则、记忆文件、系统配置、校验结果四层一致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案例七：双插件冲突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系统里同时残留旧版和新版 Feishu 插件</a:t>
            </a:r>
          </a:p>
          <a:p>
            <a:pPr lvl="0"/>
            <a:r>
              <a:rPr/>
              <a:t>旧插件虽然禁用，但仍不断触发 duplicate plugin id 告警</a:t>
            </a:r>
          </a:p>
          <a:p>
            <a:pPr lvl="0"/>
            <a:r>
              <a:rPr/>
              <a:t>这类问题不会马上炸，但会一直埋暗雷</a:t>
            </a:r>
          </a:p>
          <a:p>
            <a:pPr lvl="0"/>
            <a:r>
              <a:rPr/>
              <a:t>很多长期不稳定，不是新东西坏了，而是旧垃圾没清干净</a:t>
            </a:r>
          </a:p>
          <a:p>
            <a:pPr lvl="0"/>
            <a:r>
              <a:rPr/>
              <a:t>修复：移除旧配置、隔离旧目录、重新校验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升维总结：四个闭环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指令闭环：你说的，它真的理解了</a:t>
            </a:r>
          </a:p>
          <a:p>
            <a:pPr lvl="0"/>
            <a:r>
              <a:rPr/>
              <a:t>记忆闭环：它理解的，真的沉淀了</a:t>
            </a:r>
          </a:p>
          <a:p>
            <a:pPr lvl="0"/>
            <a:r>
              <a:rPr/>
              <a:t>执行闭环：它沉淀的，真的变成行为了</a:t>
            </a:r>
          </a:p>
          <a:p>
            <a:pPr lvl="0"/>
            <a:r>
              <a:rPr/>
              <a:t>纠错闭环：它做错的，真的被修成经验了</a:t>
            </a:r>
          </a:p>
          <a:p>
            <a:pPr lvl="0"/>
            <a:r>
              <a:rPr/>
              <a:t>四个闭环都打通，才开始接近“长期协作型智能体”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如果你也想养一个这样的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别急着追求全能，先定边界</a:t>
            </a:r>
          </a:p>
          <a:p>
            <a:pPr lvl="0" indent="-342900" marL="342900">
              <a:buAutoNum type="arabicPeriod"/>
            </a:pPr>
            <a:r>
              <a:rPr/>
              <a:t>把偏好写成规则，不要只靠临时说</a:t>
            </a:r>
          </a:p>
          <a:p>
            <a:pPr lvl="0" indent="-342900" marL="342900">
              <a:buAutoNum type="arabicPeriod"/>
            </a:pPr>
            <a:r>
              <a:rPr/>
              <a:t>用户说“记住”时，必须真的落文件</a:t>
            </a:r>
          </a:p>
          <a:p>
            <a:pPr lvl="0" indent="-342900" marL="342900">
              <a:buAutoNum type="arabicPeriod"/>
            </a:pPr>
            <a:r>
              <a:rPr/>
              <a:t>把反复动作沉淀成脚本或工作流</a:t>
            </a:r>
          </a:p>
          <a:p>
            <a:pPr lvl="0" indent="-342900" marL="342900">
              <a:buAutoNum type="arabicPeriod"/>
            </a:pPr>
            <a:r>
              <a:rPr/>
              <a:t>建立纠错日志，把修复变成长期护栏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搭子真正的成熟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不是从不翻车</a:t>
            </a:r>
          </a:p>
          <a:p>
            <a:pPr lvl="0"/>
            <a:r>
              <a:rPr/>
              <a:t>而是每翻一次车</a:t>
            </a:r>
          </a:p>
          <a:p>
            <a:pPr lvl="0"/>
            <a:r>
              <a:rPr/>
              <a:t>都比上一次更难再翻同样的车</a:t>
            </a:r>
          </a:p>
          <a:p>
            <a:pPr lvl="0" indent="0" marL="0">
              <a:buNone/>
            </a:pPr>
            <a:r>
              <a:rPr/>
              <a:t>我们不是在追求一个“不会错”的助手， 而是在一起养成一个“会错、会改、会成长”的长期搭子。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苏神和虾王：那些一起翻过的车，最后都怎么修好了</dc:title>
  <dc:creator>苏神</dc:creator>
  <cp:keywords/>
  <dcterms:created xsi:type="dcterms:W3CDTF">2026-03-09T09:35:36Z</dcterms:created>
  <dcterms:modified xsi:type="dcterms:W3CDTF">2026-03-09T09:35:36Z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2026-03-09</vt:lpwstr>
  </property>
</Properties>
</file>